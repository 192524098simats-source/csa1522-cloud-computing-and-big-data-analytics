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86" d="100"/>
          <a:sy n="86" d="100"/>
        </p:scale>
        <p:origin x="847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ya Sree" userId="bae709c5b73ab906" providerId="LiveId" clId="{451E8674-9E6E-4D0E-B8A2-2D8EF60D36D7}"/>
    <pc:docChg chg="modSld">
      <pc:chgData name="Divya Sree" userId="bae709c5b73ab906" providerId="LiveId" clId="{451E8674-9E6E-4D0E-B8A2-2D8EF60D36D7}" dt="2026-07-28T09:22:17.128" v="1" actId="20577"/>
      <pc:docMkLst>
        <pc:docMk/>
      </pc:docMkLst>
      <pc:sldChg chg="modSp mod">
        <pc:chgData name="Divya Sree" userId="bae709c5b73ab906" providerId="LiveId" clId="{451E8674-9E6E-4D0E-B8A2-2D8EF60D36D7}" dt="2026-07-28T09:22:17.128" v="1" actId="20577"/>
        <pc:sldMkLst>
          <pc:docMk/>
          <pc:sldMk cId="1455096439" sldId="256"/>
        </pc:sldMkLst>
        <pc:spChg chg="mod">
          <ac:chgData name="Divya Sree" userId="bae709c5b73ab906" providerId="LiveId" clId="{451E8674-9E6E-4D0E-B8A2-2D8EF60D36D7}" dt="2026-07-28T09:22:17.128" v="1" actId="20577"/>
          <ac:spMkLst>
            <pc:docMk/>
            <pc:sldMk cId="1455096439" sldId="256"/>
            <ac:spMk id="4" creationId="{9FAC82A1-B4F6-1414-CA7D-3937418A750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DFDCB-8DD3-1139-823D-4C91105A3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68D64D-A2FD-7A15-51AD-D436F25D9B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DC03F-D729-4BEC-A641-748266BD8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0A064-B656-424B-8044-0B567D7C464A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3967C-A03F-4730-FFAB-0EEEE72CE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909F5-6DFD-4534-2204-4D4510058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CFB0-E1EE-45AB-B2AD-8F74AD122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143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EC9DF-9EF3-A982-47E6-7FD0D3DDA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81889-830A-920E-5197-1B2CD653D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B7770-8F4C-54F9-CED5-66D1938D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0A064-B656-424B-8044-0B567D7C464A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58F84-5D6E-9390-E442-F3FCD5A91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DD178-46A7-DBF1-0878-F18CB3014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CFB0-E1EE-45AB-B2AD-8F74AD122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321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AC710-6C76-E5CD-DC2B-95DCF5F81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96EDC-BB7F-F6A3-8090-7AC51F30F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DA77D-4C69-7242-9F6C-25E8F017E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0A064-B656-424B-8044-0B567D7C464A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CB6B5-4445-08B9-4A45-E283C3B0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3E801-378C-9E16-1630-334571ED2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CFB0-E1EE-45AB-B2AD-8F74AD122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101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A9C5-6F00-6758-8BE6-6E8891D2D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F9146-9EDD-9457-5F0F-4977BCA4E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F9A548-A948-9F28-8257-D1E5B7FC0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E85D3-B694-5B45-F1EA-3CC1E9496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0A064-B656-424B-8044-0B567D7C464A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23C11-91FC-844C-AB08-89AD3FCA9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0C9DD-BED9-C357-9C63-444D1EC1F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CFB0-E1EE-45AB-B2AD-8F74AD122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835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E3F0D-E2D3-3902-DC51-1CDF46B6D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62AD7-B182-E3FF-2BA6-7A9679385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22826-F213-2975-8647-DB351A006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93A0FD-3985-5595-0486-9986C9715B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D72F09-0D7E-9110-A12C-B268BBA7F8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F67375-8C50-CF1D-83A7-7EC1908B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0A064-B656-424B-8044-0B567D7C464A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026B7A-7B31-B13D-E857-20AB4803A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B37AE1-6E44-1E40-D86A-2BF4FE088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CFB0-E1EE-45AB-B2AD-8F74AD122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64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7EFE5-A179-4BBC-BF66-4AFAB0FFB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14388-BB4B-9E87-8901-9C30723AD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0A064-B656-424B-8044-0B567D7C464A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64501-32AE-7C6D-EFB1-508E4D058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49E307-74E6-E854-04AD-3E524708D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CFB0-E1EE-45AB-B2AD-8F74AD122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831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91EE5D-BB89-178A-E18A-C20FF056A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0A064-B656-424B-8044-0B567D7C464A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010F91-CD4E-4836-4E25-CD7970D6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6AC0F-9386-F5A5-A943-D0D91EFFA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CFB0-E1EE-45AB-B2AD-8F74AD122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782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B4F06-A10A-E7EA-40A1-26BC5BCD0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6F5B3-67A4-0DDD-04C2-1F582F4F7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2C029B-E75D-D72D-F23C-FFD80F54B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78E07-C4E2-6086-2DAE-77362D3C0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0A064-B656-424B-8044-0B567D7C464A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105D61-9F29-6E28-4770-3D9CE64E8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A584E2-8529-CF58-122F-B534CF046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CFB0-E1EE-45AB-B2AD-8F74AD122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094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21088-AA16-D26C-FFFD-A23B99365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E8C130-3046-A7B8-AF94-508CCA3EA6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EFB9E-8E3C-53A1-77A7-2EC3F934F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B964C-14AE-EFE5-1184-37E72DBD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0A064-B656-424B-8044-0B567D7C464A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898D76-130B-ECFB-5201-DF16AF0D7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A5E69-FEE1-772A-90EE-E5A58052A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CFB0-E1EE-45AB-B2AD-8F74AD122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119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8F045-E0A3-9596-5461-1615D6D81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C10639-C34E-3D93-902C-1AD0B3946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1D6D4-5BBB-F08A-CD4C-14181879A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0A064-B656-424B-8044-0B567D7C464A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C4897-BFA6-2156-E0C9-5DBBC87B7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EFD33-BC6D-A2B7-29A0-BE487E482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CFB0-E1EE-45AB-B2AD-8F74AD122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906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DC70E2-0F00-C786-C912-E0E416581D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1AE8D5-A2F9-2CBF-50E4-C6405093B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2771D-0A4A-CBE3-9B2E-C4FB158CA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0A064-B656-424B-8044-0B567D7C464A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40DA6-B43C-8DF5-0E4A-5CD1B58F3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2C785-AC34-E2CD-74FC-79036F468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8CFB0-E1EE-45AB-B2AD-8F74AD122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751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714EA1-A4D0-4EEE-8ADB-A1EE5F9F7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BB5D4-D734-17AC-1EB5-0744D7A12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43B0D-09E5-6FC2-4F14-F314482FC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0A064-B656-424B-8044-0B567D7C464A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25CDA-CCDF-61BB-893C-D35D7D678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8284F-21C8-665F-FA81-022CA00C5F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8CFB0-E1EE-45AB-B2AD-8F74AD122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847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CAE54-933A-FC61-AC9E-B5DB7E851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3200" y="1123732"/>
            <a:ext cx="9144000" cy="2387600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Virtualization Enabled the Growth of Cloud Service Providers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7BFA81-8B09-75D4-6534-8409129B5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9125" y="3632419"/>
            <a:ext cx="9144000" cy="1655762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Name:CSA1522-Cloud Computing and Big Data Analytics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CO1-AT2-Technical Presentation</a:t>
            </a:r>
          </a:p>
          <a:p>
            <a:pPr algn="l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AC82A1-B4F6-1414-CA7D-3937418A750C}"/>
              </a:ext>
            </a:extLst>
          </p:cNvPr>
          <p:cNvSpPr txBox="1"/>
          <p:nvPr/>
        </p:nvSpPr>
        <p:spPr>
          <a:xfrm>
            <a:off x="9277350" y="5140325"/>
            <a:ext cx="3308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by:</a:t>
            </a:r>
          </a:p>
          <a:p>
            <a:r>
              <a:rPr lang="en-US" dirty="0" err="1"/>
              <a:t>Divyasree.M</a:t>
            </a:r>
            <a:r>
              <a:rPr lang="en-US" dirty="0"/>
              <a:t>(192524098)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EF7311-B9AE-141B-5A5C-90765E417A40}"/>
              </a:ext>
            </a:extLst>
          </p:cNvPr>
          <p:cNvSpPr/>
          <p:nvPr/>
        </p:nvSpPr>
        <p:spPr>
          <a:xfrm>
            <a:off x="323850" y="323850"/>
            <a:ext cx="11639550" cy="62166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7C9D08-7505-3BBB-CF70-8C4524E2F512}"/>
              </a:ext>
            </a:extLst>
          </p:cNvPr>
          <p:cNvSpPr txBox="1"/>
          <p:nvPr/>
        </p:nvSpPr>
        <p:spPr>
          <a:xfrm>
            <a:off x="882650" y="4641850"/>
            <a:ext cx="2762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Guided by:</a:t>
            </a:r>
          </a:p>
          <a:p>
            <a:r>
              <a:rPr lang="en-US" dirty="0" err="1"/>
              <a:t>Dr.P.Rajaram</a:t>
            </a:r>
            <a:endParaRPr lang="en-IN" dirty="0"/>
          </a:p>
        </p:txBody>
      </p:sp>
      <p:pic>
        <p:nvPicPr>
          <p:cNvPr id="8" name="Image">
            <a:extLst>
              <a:ext uri="{FF2B5EF4-FFF2-40B4-BE49-F238E27FC236}">
                <a16:creationId xmlns:a16="http://schemas.microsoft.com/office/drawing/2014/main" id="{0F25F8FA-7C49-6C59-44E8-3B16D4A0A21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07401" y="354012"/>
            <a:ext cx="7825574" cy="120032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455096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19544A-E468-D196-FBFE-8A1173685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49" y="682023"/>
            <a:ext cx="10351268" cy="462279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C109DB-DEC5-5379-D608-017F33E9DB06}"/>
              </a:ext>
            </a:extLst>
          </p:cNvPr>
          <p:cNvSpPr/>
          <p:nvPr/>
        </p:nvSpPr>
        <p:spPr>
          <a:xfrm>
            <a:off x="279400" y="349250"/>
            <a:ext cx="11633200" cy="6273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360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4C8E50-7374-236F-7534-1E2C51E58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204" y="410320"/>
            <a:ext cx="10585807" cy="56273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645C434-1235-1D71-1EA9-DA85DF9087BD}"/>
              </a:ext>
            </a:extLst>
          </p:cNvPr>
          <p:cNvSpPr/>
          <p:nvPr/>
        </p:nvSpPr>
        <p:spPr>
          <a:xfrm>
            <a:off x="387350" y="260350"/>
            <a:ext cx="11499850" cy="6273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065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59039-1B9B-EC1D-8B3F-C97EB922E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353E4-6599-229A-84A7-808568650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is the technology that allows multiple virtual machines (VMs) to run on a single physical computer.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physical server can host many virtual servers.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VM has its own operating system and applications.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 such as CPU, memory, and storage are shared efficiently.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resource utilization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hardware costs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flexibility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management</a:t>
            </a:r>
          </a:p>
          <a:p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C5D0CE-15CD-C883-8656-828EE4864563}"/>
              </a:ext>
            </a:extLst>
          </p:cNvPr>
          <p:cNvSpPr/>
          <p:nvPr/>
        </p:nvSpPr>
        <p:spPr>
          <a:xfrm>
            <a:off x="323850" y="317500"/>
            <a:ext cx="11639550" cy="62166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214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D031A-0161-0E9B-0FBE-CCA0AC71A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Virtualization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7C2423-023C-4A66-B996-D23341CB68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870" t="8855" r="2282" b="-4271"/>
          <a:stretch>
            <a:fillRect/>
          </a:stretch>
        </p:blipFill>
        <p:spPr>
          <a:xfrm>
            <a:off x="1365250" y="1123949"/>
            <a:ext cx="8909050" cy="527434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52AEE96-AB70-EAB7-C0F1-F8FEA1867DC6}"/>
              </a:ext>
            </a:extLst>
          </p:cNvPr>
          <p:cNvSpPr/>
          <p:nvPr/>
        </p:nvSpPr>
        <p:spPr>
          <a:xfrm>
            <a:off x="323850" y="311150"/>
            <a:ext cx="11639550" cy="62166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152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A8C3-175C-5500-EDEC-C98517188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Virtualization in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C3B3C-FC33-9F03-7290-64E144A7D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Virtualization became the backbone of cloud computing because it enables:</a:t>
            </a:r>
          </a:p>
          <a:p>
            <a:r>
              <a:rPr lang="en-IN" b="1" dirty="0"/>
              <a:t>Resource Pooling-</a:t>
            </a:r>
            <a:r>
              <a:rPr lang="en-IN" dirty="0"/>
              <a:t>Multiple users share the same infrastructure.</a:t>
            </a:r>
          </a:p>
          <a:p>
            <a:r>
              <a:rPr lang="en-IN" b="1" dirty="0"/>
              <a:t>Scalability-</a:t>
            </a:r>
            <a:r>
              <a:rPr lang="en-IN" dirty="0"/>
              <a:t>Resources can be increased or decreased on demand.</a:t>
            </a:r>
          </a:p>
          <a:p>
            <a:r>
              <a:rPr lang="en-IN" b="1" dirty="0"/>
              <a:t>Isolation-</a:t>
            </a:r>
            <a:r>
              <a:rPr lang="en-IN" dirty="0"/>
              <a:t>Each virtual machine operates independently.</a:t>
            </a:r>
          </a:p>
          <a:p>
            <a:r>
              <a:rPr lang="en-IN" b="1" dirty="0"/>
              <a:t>Rapid Provisioning-</a:t>
            </a:r>
            <a:r>
              <a:rPr lang="en-IN" dirty="0"/>
              <a:t>New servers can be created within minutes.</a:t>
            </a:r>
          </a:p>
          <a:p>
            <a:r>
              <a:rPr lang="en-IN" b="1" dirty="0"/>
              <a:t>Cost Efficiency-</a:t>
            </a:r>
            <a:r>
              <a:rPr lang="en-IN" dirty="0"/>
              <a:t>Maximizes hardware utilization and reduces operational costs.</a:t>
            </a:r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684126-C82C-E839-6CA7-F9A83C8B9981}"/>
              </a:ext>
            </a:extLst>
          </p:cNvPr>
          <p:cNvSpPr/>
          <p:nvPr/>
        </p:nvSpPr>
        <p:spPr>
          <a:xfrm>
            <a:off x="323850" y="311150"/>
            <a:ext cx="11639550" cy="62166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884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4A3FC-DD9B-341C-D537-1DC175F8C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Virtualization Enabled Cloud Service Providers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7D8F09-4B16-3B2E-AB73-235E7B7CA920}"/>
              </a:ext>
            </a:extLst>
          </p:cNvPr>
          <p:cNvSpPr/>
          <p:nvPr/>
        </p:nvSpPr>
        <p:spPr>
          <a:xfrm>
            <a:off x="889000" y="1765696"/>
            <a:ext cx="2819400" cy="2001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Virtualization: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application per server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hardware utilization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infrastructure cost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FD4328-4552-7D95-F523-5E72F2816DE8}"/>
              </a:ext>
            </a:extLst>
          </p:cNvPr>
          <p:cNvSpPr/>
          <p:nvPr/>
        </p:nvSpPr>
        <p:spPr>
          <a:xfrm>
            <a:off x="4010025" y="1661319"/>
            <a:ext cx="2940050" cy="22717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Virtualization: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virtual servers per machine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utilization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 operational costs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deployment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41B284-DCA2-0DD1-5902-76F8BD80EAD8}"/>
              </a:ext>
            </a:extLst>
          </p:cNvPr>
          <p:cNvSpPr/>
          <p:nvPr/>
        </p:nvSpPr>
        <p:spPr>
          <a:xfrm>
            <a:off x="7588250" y="1549400"/>
            <a:ext cx="3594100" cy="24955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on Cloud Providers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Large-scale data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became practical.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 could rent virtual resources instantly.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Pay-as-you-go model became possible.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Massive scalability was achieved.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55B8F2-3B96-BB42-8166-7BAA8FB94A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87" t="51409" r="57581" b="7929"/>
          <a:stretch>
            <a:fillRect/>
          </a:stretch>
        </p:blipFill>
        <p:spPr>
          <a:xfrm>
            <a:off x="939800" y="3933031"/>
            <a:ext cx="2355850" cy="21653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F42FB4-355B-938A-D9F9-904C698181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843" t="50000" r="3984" b="7970"/>
          <a:stretch>
            <a:fillRect/>
          </a:stretch>
        </p:blipFill>
        <p:spPr>
          <a:xfrm>
            <a:off x="4264025" y="3979397"/>
            <a:ext cx="2355850" cy="216535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9515F41-3F6D-6AEB-B2F6-F2E8DD4075BC}"/>
              </a:ext>
            </a:extLst>
          </p:cNvPr>
          <p:cNvSpPr/>
          <p:nvPr/>
        </p:nvSpPr>
        <p:spPr>
          <a:xfrm>
            <a:off x="323850" y="311150"/>
            <a:ext cx="11639550" cy="62166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80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6708-20EF-62AB-8BB5-4BB650DC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0" y="-53975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 – Amazon Web Services (AWS)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C21111-2CEE-821B-F81A-1D5E5603D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207" y="1051345"/>
            <a:ext cx="9708043" cy="548280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661D590-38B6-9A8E-8606-C5B306F3618B}"/>
              </a:ext>
            </a:extLst>
          </p:cNvPr>
          <p:cNvSpPr/>
          <p:nvPr/>
        </p:nvSpPr>
        <p:spPr>
          <a:xfrm>
            <a:off x="323850" y="311150"/>
            <a:ext cx="11639550" cy="62166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323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D4539-FD31-7357-6038-5441F2EAF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EFC19-81EB-A3F5-653D-DF5472DBB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allows multiple virtual machines to run on a single physical server.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resource utilization and reduces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costs.Cloud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providers use virtualization to deliver scalable and flexible services.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such as AWS EC2, Azure Virtual Machines, and Google Compute Engine rely heavily on virtualization.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BCC650-145A-58D7-D127-16D441F12CC7}"/>
              </a:ext>
            </a:extLst>
          </p:cNvPr>
          <p:cNvSpPr/>
          <p:nvPr/>
        </p:nvSpPr>
        <p:spPr>
          <a:xfrm>
            <a:off x="323850" y="311150"/>
            <a:ext cx="11639550" cy="62166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781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291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How Virtualization Enabled the Growth of Cloud Service Providers</vt:lpstr>
      <vt:lpstr>PowerPoint Presentation</vt:lpstr>
      <vt:lpstr>PowerPoint Presentation</vt:lpstr>
      <vt:lpstr>Introduction to Virtualization</vt:lpstr>
      <vt:lpstr>Architecture of Virtualization</vt:lpstr>
      <vt:lpstr>Role of Virtualization in Cloud Computing</vt:lpstr>
      <vt:lpstr>How Virtualization Enabled Cloud Service Providers</vt:lpstr>
      <vt:lpstr> Real-World Example – Amazon Web Services (AWS)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 Sree</dc:creator>
  <cp:lastModifiedBy>Divya Sree</cp:lastModifiedBy>
  <cp:revision>2</cp:revision>
  <dcterms:created xsi:type="dcterms:W3CDTF">2026-07-23T03:18:09Z</dcterms:created>
  <dcterms:modified xsi:type="dcterms:W3CDTF">2026-07-28T09:22:24Z</dcterms:modified>
</cp:coreProperties>
</file>